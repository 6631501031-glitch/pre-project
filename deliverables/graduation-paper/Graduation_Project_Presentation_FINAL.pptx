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13258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Graduation Registration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and Attendance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7724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134"/>
                </a:solidFill>
              </a:rPr>
              <a:t>Using Browser-Based Face Recognition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77240" y="33375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7C7D8"/>
                </a:solidFill>
              </a:rPr>
              <a:t>Mae Fah Luang University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B7C7D8"/>
                </a:solidFill>
              </a:rPr>
              <a:t>Graduation System Project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521208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</a:rPr>
              <a:t>Thitirat Chuaypetch  •  Nattanicha Bunchuen  •  Kwankamolsri Jandee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4F7FA"/>
                </a:solidFill>
              </a:rPr>
              <a:t>Teerasak Jeefu  •  Nataporn Dibdee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A7"/>
                </a:solidFill>
              </a:rPr>
              <a:t>One workflow for preparation and attendance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A"/>
                </a:solidFill>
              </a:rPr>
              <a:t>The system connects graduate registration, ceremony preferences, food allergy reporting, face enrollment, and attendance operations.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A"/>
                </a:solidFill>
              </a:rPr>
              <a:t>It separates student-facing forms from administrator tools while keeping records in one MongoDB-backed application.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System Supports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Core user workflows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STUDENT WORKFLOW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Employment questionnaire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Personal, academic, and address information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Ceremony participation and certificate delivery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Assistance and food allergy details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Reference photo enrollment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ADMINISTRATOR WORKFLOW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Search, filters, editing, summaries, allergy roster, and attendance operations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A7"/>
                </a:solidFill>
              </a:rPr>
              <a:t>Browser, API, database, and identity services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F4F7FA"/>
                </a:solidFill>
              </a:rPr>
              <a:t>Vue frontend  →  Node.js / Express API  →  MongoDB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A"/>
                </a:solidFill>
              </a:rPr>
              <a:t>Student browser: forms, preferences, and face enrollment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A"/>
                </a:solidFill>
              </a:rPr>
              <a:t>Administrator browser: roster, summaries, and camera operations</a:t>
            </a:r>
            <a:endParaRPr lang="en-US" sz="1900" dirty="0"/>
          </a:p>
          <a:p>
            <a:pPr indent="0" marL="0">
              <a:buNone/>
            </a:pP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F4F7FA"/>
                </a:solidFill>
              </a:rPr>
              <a:t>IAM and local session services support authentication and permission boundaries.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Face Enrollment and Matching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How an attendance decision is produced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1  Capture guidance checks face count, position, brightness, and image quality.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2  The reference photograph is stored separately from attendance receipts.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3  The scanner prepares descriptors from enrolled images.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4  A camera descriptor is compared with the gallery using Euclidean distance.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5  The backend validates and stores the selected activity receipt.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and Attendance Design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A7"/>
                </a:solidFill>
              </a:rPr>
              <a:t>Separate data for separate purposes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Graduate_Registration stores identity, contact, academic, ceremony, allergy, questionnaire, and face metadata.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latestCheckIns.rehearsal and latestCheckIns.ceremony keep the latest receipt for each activity.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This keeps rehearsal attendance separate from ceremony attendance and protects the enrollment photograph.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Verification Results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What was verified in the reviewed project snapshot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32 PASSING TESTS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23 frontend tests passed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9 backend tests passed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Verified behavior included administrative editing, permission navigation, check-in validation, duplicate receipt handling, attendance pagination, and preservation of unrelated registration data.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Open issue: the automatic scanner suite was blocked because face-api.js was unavailable.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Limitations and Next Steps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A7"/>
                </a:solidFill>
              </a:rPr>
              <a:t>Important boundaries before live deployment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Restore a consistent scanner and recognition-helper interface.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Align client and server acceptance thresholds.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Re-run browser recognition tests with the required dependency.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Evaluate false acceptance, false rejection, latency, and throughput using a consented labeled dataset.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4F7FA"/>
                </a:solidFill>
              </a:rPr>
              <a:t>Review authorization shortcuts, photo retention, health-related notes, and staff review procedures.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A7A7"/>
          </a:solidFill>
          <a:ln w="12700">
            <a:solidFill>
              <a:srgbClr val="00A7A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9436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4F7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04088" y="1234440"/>
            <a:ext cx="10424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134"/>
                </a:solidFill>
              </a:rPr>
              <a:t>A functional graduation operations foundation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68680" y="1828800"/>
            <a:ext cx="10241280" cy="3840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4F7FA"/>
                </a:solidFill>
              </a:rPr>
              <a:t>The project brings registration preparation and attendance administration into one application.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A"/>
                </a:solidFill>
              </a:rPr>
              <a:t>It provides a clear student workflow, practical administrator tools, and separated attendance data.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F4F7FA"/>
                </a:solidFill>
              </a:rPr>
              <a:t>The current evidence supports selected workflow and persistence behaviors. Live biometric performance still requires integration repair and formal evaluation.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64465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FB3C8"/>
                </a:solidFill>
              </a:rPr>
              <a:t>MFU Graduation System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Graduation System Project Team</dc:creator>
  <cp:lastModifiedBy>Graduation System Project Team</cp:lastModifiedBy>
  <cp:revision>1</cp:revision>
  <dcterms:created xsi:type="dcterms:W3CDTF">2026-10-27T03:08:10Z</dcterms:created>
  <dcterms:modified xsi:type="dcterms:W3CDTF">2026-10-27T03:08:10Z</dcterms:modified>
</cp:coreProperties>
</file>